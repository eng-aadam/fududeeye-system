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72" r:id="rId6"/>
    <p:sldId id="273" r:id="rId7"/>
    <p:sldId id="271" r:id="rId8"/>
    <p:sldId id="261" r:id="rId9"/>
    <p:sldId id="267" r:id="rId10"/>
    <p:sldId id="268" r:id="rId11"/>
    <p:sldId id="269" r:id="rId12"/>
    <p:sldId id="270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1629" y="2481233"/>
            <a:ext cx="3603172" cy="461666"/>
          </a:xfrm>
        </p:spPr>
        <p:txBody>
          <a:bodyPr>
            <a:normAutofit fontScale="90000"/>
          </a:bodyPr>
          <a:lstStyle/>
          <a:p>
            <a:r>
              <a:rPr lang="en-US" sz="2000" b="1" dirty="0" err="1"/>
              <a:t>Fududeeye</a:t>
            </a:r>
            <a:r>
              <a:rPr lang="en-US" sz="2000" b="1" dirty="0"/>
              <a:t> </a:t>
            </a:r>
            <a:r>
              <a:rPr sz="2000" b="1" dirty="0"/>
              <a:t>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914" y="3126864"/>
            <a:ext cx="6400800" cy="1752600"/>
          </a:xfrm>
        </p:spPr>
        <p:txBody>
          <a:bodyPr>
            <a:noAutofit/>
          </a:bodyPr>
          <a:lstStyle/>
          <a:p>
            <a:pPr algn="l"/>
            <a:r>
              <a:rPr sz="2000" b="1" dirty="0">
                <a:solidFill>
                  <a:schemeClr val="tx1"/>
                </a:solidFill>
              </a:rPr>
              <a:t>Prepared By:</a:t>
            </a:r>
          </a:p>
          <a:p>
            <a:pPr algn="l"/>
            <a:r>
              <a:rPr sz="2000" b="1" dirty="0">
                <a:solidFill>
                  <a:schemeClr val="tx1"/>
                </a:solidFill>
              </a:rPr>
              <a:t>• Abdiqani Maxamed Cabdi</a:t>
            </a:r>
          </a:p>
          <a:p>
            <a:pPr algn="l"/>
            <a:r>
              <a:rPr sz="2000" b="1" dirty="0">
                <a:solidFill>
                  <a:schemeClr val="tx1"/>
                </a:solidFill>
              </a:rPr>
              <a:t>• Abshir </a:t>
            </a:r>
            <a:r>
              <a:rPr sz="2000" b="1" dirty="0" err="1">
                <a:solidFill>
                  <a:schemeClr val="tx1"/>
                </a:solidFill>
              </a:rPr>
              <a:t>Shaani</a:t>
            </a:r>
            <a:endParaRPr sz="2000" b="1" dirty="0">
              <a:solidFill>
                <a:schemeClr val="tx1"/>
              </a:solidFill>
            </a:endParaRPr>
          </a:p>
          <a:p>
            <a:pPr algn="l"/>
            <a:r>
              <a:rPr sz="2000" b="1" dirty="0">
                <a:solidFill>
                  <a:schemeClr val="tx1"/>
                </a:solidFill>
              </a:rPr>
              <a:t>• Aadan Abdirahman Aadan</a:t>
            </a:r>
          </a:p>
          <a:p>
            <a:pPr algn="l"/>
            <a:endParaRPr sz="2000" b="1" dirty="0">
              <a:solidFill>
                <a:schemeClr val="tx1"/>
              </a:solidFill>
            </a:endParaRPr>
          </a:p>
          <a:p>
            <a:pPr algn="l"/>
            <a:r>
              <a:rPr sz="2000" b="1" dirty="0">
                <a:solidFill>
                  <a:schemeClr val="tx1"/>
                </a:solidFill>
              </a:rPr>
              <a:t>Lecturer: </a:t>
            </a:r>
            <a:r>
              <a:rPr lang="en-US" sz="2000" b="1" dirty="0">
                <a:solidFill>
                  <a:schemeClr val="tx1"/>
                </a:solidFill>
              </a:rPr>
              <a:t>ENG-</a:t>
            </a:r>
            <a:r>
              <a:rPr sz="2000" b="1" dirty="0">
                <a:solidFill>
                  <a:schemeClr val="tx1"/>
                </a:solidFill>
              </a:rPr>
              <a:t>MAXAMED CABDULQADIR XIRSI</a:t>
            </a:r>
          </a:p>
        </p:txBody>
      </p:sp>
      <p:pic>
        <p:nvPicPr>
          <p:cNvPr id="4" name="Picture 3" descr="download - 2025-12-22T153624.2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457200"/>
            <a:ext cx="1371600" cy="1371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54BFA8-4A7D-DCF0-B88F-F39B3D076FCA}"/>
              </a:ext>
            </a:extLst>
          </p:cNvPr>
          <p:cNvSpPr txBox="1"/>
          <p:nvPr/>
        </p:nvSpPr>
        <p:spPr>
          <a:xfrm>
            <a:off x="2754085" y="175526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chemeClr val="tx1"/>
                </a:solidFill>
              </a:rPr>
              <a:t>Global Science University (GSU)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HTML, CSS, Bootstrap, JavaScript</a:t>
            </a:r>
          </a:p>
          <a:p>
            <a:r>
              <a:rPr dirty="0"/>
              <a:t>Backend: PHP</a:t>
            </a:r>
          </a:p>
          <a:p>
            <a:r>
              <a:rPr dirty="0"/>
              <a:t>Database: MySQL</a:t>
            </a:r>
          </a:p>
          <a:p>
            <a:r>
              <a:rPr dirty="0"/>
              <a:t>Server Environment: XAMPP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EE61C8-BD2F-6995-A358-54F812AA1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615" y="3990080"/>
            <a:ext cx="4387127" cy="27808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027044-6875-D5DD-E84A-F05D6DDA0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038" y="3990080"/>
            <a:ext cx="3546120" cy="19883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B59AFF-4124-BC3D-0FC9-47A4C9FC8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008" y="3429000"/>
            <a:ext cx="3257030" cy="3257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52371"/>
            <a:ext cx="8229600" cy="1143000"/>
          </a:xfrm>
        </p:spPr>
        <p:txBody>
          <a:bodyPr/>
          <a:lstStyle/>
          <a:p>
            <a:r>
              <a:rPr lang="en-US" dirty="0"/>
              <a:t>Front Website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409671"/>
            <a:ext cx="8229600" cy="1371600"/>
          </a:xfrm>
        </p:spPr>
        <p:txBody>
          <a:bodyPr/>
          <a:lstStyle/>
          <a:p>
            <a:r>
              <a:rPr lang="en-US" dirty="0" err="1"/>
              <a:t>Fududeeye</a:t>
            </a:r>
            <a:r>
              <a:rPr lang="en-US" dirty="0"/>
              <a:t> Management System is a system for managing hospitals.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149722-C089-66D8-51F9-053DB8DAD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99" y="2781271"/>
            <a:ext cx="7848601" cy="36673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OUR KEY FEATURES</a:t>
            </a:r>
            <a:endParaRPr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CA234-C796-CCFE-0121-4AF791EC3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39" y="1523676"/>
            <a:ext cx="8812721" cy="41042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CF9C0-B5BC-9066-FEDC-54A2F5D62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A53C6-505C-7648-C92C-A88E801F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Send us a message </a:t>
            </a:r>
            <a:endParaRPr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00439F-6030-70BC-3338-14BD22131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43" y="2198914"/>
            <a:ext cx="8862713" cy="40922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72E9D1-D8E7-0A74-BEBE-B5F86396A806}"/>
              </a:ext>
            </a:extLst>
          </p:cNvPr>
          <p:cNvSpPr txBox="1"/>
          <p:nvPr/>
        </p:nvSpPr>
        <p:spPr>
          <a:xfrm>
            <a:off x="631370" y="1161944"/>
            <a:ext cx="74131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user has the ability to send messages to the admin directly, and the admin can see and react to them.</a:t>
            </a:r>
          </a:p>
        </p:txBody>
      </p:sp>
    </p:spTree>
    <p:extLst>
      <p:ext uri="{BB962C8B-B14F-4D97-AF65-F5344CB8AC3E}">
        <p14:creationId xmlns:p14="http://schemas.microsoft.com/office/powerpoint/2010/main" val="1061218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01C1D-A540-23F9-768F-7762B2F5C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9ECA3-AE2A-9884-B175-7D0F68ABB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56" y="182566"/>
            <a:ext cx="7990114" cy="1143000"/>
          </a:xfrm>
        </p:spPr>
        <p:txBody>
          <a:bodyPr/>
          <a:lstStyle/>
          <a:p>
            <a:r>
              <a:rPr lang="en-US" b="1" dirty="0"/>
              <a:t>Footer</a:t>
            </a:r>
            <a:endParaRPr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79437A-0006-C338-3C82-7C425BAE5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96867"/>
            <a:ext cx="8686800" cy="40089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69030B-60B1-7018-B479-1AA7C1817718}"/>
              </a:ext>
            </a:extLst>
          </p:cNvPr>
          <p:cNvSpPr txBox="1"/>
          <p:nvPr/>
        </p:nvSpPr>
        <p:spPr>
          <a:xfrm>
            <a:off x="816430" y="1235986"/>
            <a:ext cx="72281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footer of the system contains the actual address of the hospital and the hospital's contact information.</a:t>
            </a:r>
          </a:p>
        </p:txBody>
      </p:sp>
    </p:spTree>
    <p:extLst>
      <p:ext uri="{BB962C8B-B14F-4D97-AF65-F5344CB8AC3E}">
        <p14:creationId xmlns:p14="http://schemas.microsoft.com/office/powerpoint/2010/main" val="4256781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9C8BB-D767-6D62-5387-316D6C3F1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73456-F4D9-362B-C044-EF0E57199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59507"/>
            <a:ext cx="8229600" cy="762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The system connects Admin, Doctor &amp; Patient.</a:t>
            </a:r>
            <a:endParaRPr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C697D0-ACE1-5B10-3C53-BC4351A45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133" y="1924828"/>
            <a:ext cx="3993373" cy="39392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A328DE-4508-CB69-1907-77097B905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4" y="1924829"/>
            <a:ext cx="4951850" cy="39392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6DF366-381B-0278-069E-32A961CA6A7E}"/>
              </a:ext>
            </a:extLst>
          </p:cNvPr>
          <p:cNvSpPr txBox="1"/>
          <p:nvPr/>
        </p:nvSpPr>
        <p:spPr>
          <a:xfrm>
            <a:off x="1829641" y="1521507"/>
            <a:ext cx="847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Login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721477-BF5E-B1E1-D0ED-299D9F0E714D}"/>
              </a:ext>
            </a:extLst>
          </p:cNvPr>
          <p:cNvSpPr txBox="1"/>
          <p:nvPr/>
        </p:nvSpPr>
        <p:spPr>
          <a:xfrm>
            <a:off x="5987984" y="1521508"/>
            <a:ext cx="1783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Registration</a:t>
            </a:r>
          </a:p>
        </p:txBody>
      </p:sp>
    </p:spTree>
    <p:extLst>
      <p:ext uri="{BB962C8B-B14F-4D97-AF65-F5344CB8AC3E}">
        <p14:creationId xmlns:p14="http://schemas.microsoft.com/office/powerpoint/2010/main" val="1540915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078" y="309790"/>
            <a:ext cx="8229600" cy="1143000"/>
          </a:xfrm>
        </p:spPr>
        <p:txBody>
          <a:bodyPr/>
          <a:lstStyle/>
          <a:p>
            <a:r>
              <a:rPr b="1" dirty="0">
                <a:latin typeface="Arial Black" panose="020B0A04020102020204" pitchFamily="34" charset="0"/>
              </a:rPr>
              <a:t>Admin Module</a:t>
            </a:r>
            <a:r>
              <a:rPr lang="en-US" b="1" dirty="0">
                <a:latin typeface="Arial Black" panose="020B0A04020102020204" pitchFamily="34" charset="0"/>
              </a:rPr>
              <a:t>s</a:t>
            </a:r>
            <a:endParaRPr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Admin </a:t>
            </a:r>
            <a:r>
              <a:rPr dirty="0"/>
              <a:t>Dashboard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This is the admin dashboard which consists of various advanced sections.</a:t>
            </a:r>
            <a:endParaRPr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8689B3-8244-6230-48AB-9165AE57B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39458"/>
            <a:ext cx="7981071" cy="36890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683C-2933-291F-FB63-3F6E1805B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EDF55-20B0-A32A-9897-5A960678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Admin Module</a:t>
            </a:r>
            <a:r>
              <a:rPr lang="en-US" b="1" dirty="0"/>
              <a:t>s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509A9-0267-3040-339C-E5BAFDB67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538" y="1326063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b="1" dirty="0"/>
              <a:t>Manage Doctors &amp; Users</a:t>
            </a:r>
            <a:endParaRPr lang="en-US" sz="2000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This is the Manage Doctors and Manage Users sections, the Admin has the ability to manage both of these.</a:t>
            </a:r>
            <a:endParaRPr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607B16-8234-69D1-8B17-90CD1BAB3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703" y="3567169"/>
            <a:ext cx="4364219" cy="20498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E4E48E-97A0-1716-0B35-77424EB1D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25" y="3569540"/>
            <a:ext cx="4431475" cy="20718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23C047-7AF3-1CC2-CDD8-E0FFF4EDDC30}"/>
              </a:ext>
            </a:extLst>
          </p:cNvPr>
          <p:cNvSpPr txBox="1"/>
          <p:nvPr/>
        </p:nvSpPr>
        <p:spPr>
          <a:xfrm>
            <a:off x="457200" y="2892255"/>
            <a:ext cx="20900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Manage Doctors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A9C69B-DB4B-06E8-AD79-4EA842088B35}"/>
              </a:ext>
            </a:extLst>
          </p:cNvPr>
          <p:cNvSpPr txBox="1"/>
          <p:nvPr/>
        </p:nvSpPr>
        <p:spPr>
          <a:xfrm>
            <a:off x="5551716" y="2844600"/>
            <a:ext cx="20900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Manage Users </a:t>
            </a:r>
          </a:p>
        </p:txBody>
      </p:sp>
    </p:spTree>
    <p:extLst>
      <p:ext uri="{BB962C8B-B14F-4D97-AF65-F5344CB8AC3E}">
        <p14:creationId xmlns:p14="http://schemas.microsoft.com/office/powerpoint/2010/main" val="2527647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7E68F-6B5C-7998-971C-876FACE71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E1FD4-21E4-D115-E01C-9689AC63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Admin Module</a:t>
            </a:r>
            <a:r>
              <a:rPr lang="en-US" b="1" dirty="0"/>
              <a:t>s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0FA00-BA8F-FCF5-992E-7CA2B653B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Manage </a:t>
            </a:r>
            <a:r>
              <a:rPr lang="en-US" b="1" dirty="0"/>
              <a:t>Patients </a:t>
            </a:r>
            <a:r>
              <a:rPr dirty="0"/>
              <a:t>&amp; </a:t>
            </a:r>
            <a:r>
              <a:rPr lang="en-US" b="1" dirty="0"/>
              <a:t>Appointment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These two sections are Manage Patients &amp; Appointment </a:t>
            </a:r>
            <a:r>
              <a:rPr lang="en-US" sz="2000" b="1" dirty="0"/>
              <a:t>admin</a:t>
            </a:r>
            <a:r>
              <a:rPr lang="en-US" sz="2000" dirty="0"/>
              <a:t> has the ability to manage these two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E6DFBF-56B6-02D5-7506-0B035C5AD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494" y="3985515"/>
            <a:ext cx="4305633" cy="20064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4E4509-E43A-CB6A-EA47-9F205A7FA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97" y="3985515"/>
            <a:ext cx="4306559" cy="19963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82C66F-F579-76AA-29E2-1ED80822819B}"/>
              </a:ext>
            </a:extLst>
          </p:cNvPr>
          <p:cNvSpPr txBox="1"/>
          <p:nvPr/>
        </p:nvSpPr>
        <p:spPr>
          <a:xfrm>
            <a:off x="729343" y="3292365"/>
            <a:ext cx="20900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Manage </a:t>
            </a:r>
            <a:r>
              <a:rPr lang="en-US" sz="2000" b="1" dirty="0"/>
              <a:t>Patients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034D7C-8BF6-4F59-96A4-E71AC621754B}"/>
              </a:ext>
            </a:extLst>
          </p:cNvPr>
          <p:cNvSpPr txBox="1"/>
          <p:nvPr/>
        </p:nvSpPr>
        <p:spPr>
          <a:xfrm>
            <a:off x="5540830" y="3292365"/>
            <a:ext cx="25757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Manage </a:t>
            </a:r>
            <a:r>
              <a:rPr lang="en-US" sz="2000" b="1" dirty="0"/>
              <a:t>Appointment</a:t>
            </a:r>
          </a:p>
        </p:txBody>
      </p:sp>
    </p:spTree>
    <p:extLst>
      <p:ext uri="{BB962C8B-B14F-4D97-AF65-F5344CB8AC3E}">
        <p14:creationId xmlns:p14="http://schemas.microsoft.com/office/powerpoint/2010/main" val="3698749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B91A9-C1B6-B7C0-B0A2-6F8127051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07F8-316C-5F30-A0B4-932393AB2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Admin Module</a:t>
            </a:r>
            <a:r>
              <a:rPr lang="en-US" b="1" dirty="0"/>
              <a:t>s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54ADC-2E7C-AB07-C04E-1D06DDBFB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b="1" dirty="0"/>
              <a:t>Manage </a:t>
            </a:r>
            <a:r>
              <a:rPr lang="en-US" sz="2400" b="1" dirty="0"/>
              <a:t>Session Logs</a:t>
            </a:r>
            <a:endParaRPr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300BDC-246A-6CAB-D2A1-B69600414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34" y="3677788"/>
            <a:ext cx="4323366" cy="20546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A672F8-A92B-658C-9E54-B0944EA6A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086" y="3665883"/>
            <a:ext cx="4313652" cy="20665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FF3B03-EADA-37D9-C4B0-828B98BA51BF}"/>
              </a:ext>
            </a:extLst>
          </p:cNvPr>
          <p:cNvSpPr txBox="1"/>
          <p:nvPr/>
        </p:nvSpPr>
        <p:spPr>
          <a:xfrm>
            <a:off x="936171" y="3059668"/>
            <a:ext cx="2329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Doctor Session Logs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11689E-C1F8-EA5F-3DA6-A3FB98E2F651}"/>
              </a:ext>
            </a:extLst>
          </p:cNvPr>
          <p:cNvSpPr txBox="1"/>
          <p:nvPr/>
        </p:nvSpPr>
        <p:spPr>
          <a:xfrm>
            <a:off x="5702848" y="3072077"/>
            <a:ext cx="2226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User Session Logs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7D17F4-A253-74AC-7CCB-D374200D1DB0}"/>
              </a:ext>
            </a:extLst>
          </p:cNvPr>
          <p:cNvSpPr txBox="1"/>
          <p:nvPr/>
        </p:nvSpPr>
        <p:spPr>
          <a:xfrm>
            <a:off x="248634" y="2095484"/>
            <a:ext cx="71083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admin has the ability to track (Session Logs) users using the system in two ways: Doctor Session Logs User Session Logs</a:t>
            </a:r>
          </a:p>
        </p:txBody>
      </p:sp>
    </p:spTree>
    <p:extLst>
      <p:ext uri="{BB962C8B-B14F-4D97-AF65-F5344CB8AC3E}">
        <p14:creationId xmlns:p14="http://schemas.microsoft.com/office/powerpoint/2010/main" val="3125414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82F68-BDD2-857E-AA30-CA14B92E3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21EC5-DADF-2FD6-402E-C8E7B3952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Admin Module</a:t>
            </a:r>
            <a:r>
              <a:rPr lang="en-US" b="1" dirty="0"/>
              <a:t>s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5DF28-8FF0-68EF-2FD6-C9E3B2EDC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89583"/>
            <a:ext cx="4849586" cy="557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Manage Queries &amp; Reports</a:t>
            </a:r>
            <a:endParaRPr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20E790-F07F-F892-903E-B31521069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85" y="3429015"/>
            <a:ext cx="4387715" cy="20637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879A02-E345-3F77-D0A9-103B43D81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14" y="3428999"/>
            <a:ext cx="4387716" cy="20633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0CB2A6-F8DE-5E64-6F9E-2563C20E6E46}"/>
              </a:ext>
            </a:extLst>
          </p:cNvPr>
          <p:cNvSpPr txBox="1"/>
          <p:nvPr/>
        </p:nvSpPr>
        <p:spPr>
          <a:xfrm>
            <a:off x="1121229" y="2895600"/>
            <a:ext cx="21553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Manage Queries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6F8047-6585-1EB1-1459-F1159F6781ED}"/>
              </a:ext>
            </a:extLst>
          </p:cNvPr>
          <p:cNvSpPr txBox="1"/>
          <p:nvPr/>
        </p:nvSpPr>
        <p:spPr>
          <a:xfrm>
            <a:off x="5562600" y="2917371"/>
            <a:ext cx="21553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Manage Reports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210457-C0A8-C00A-B27D-937B1FEB5378}"/>
              </a:ext>
            </a:extLst>
          </p:cNvPr>
          <p:cNvSpPr txBox="1"/>
          <p:nvPr/>
        </p:nvSpPr>
        <p:spPr>
          <a:xfrm>
            <a:off x="457199" y="2157988"/>
            <a:ext cx="7260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These sections enable the Admin to manage Queries &amp; Reports,</a:t>
            </a:r>
          </a:p>
        </p:txBody>
      </p:sp>
    </p:spTree>
    <p:extLst>
      <p:ext uri="{BB962C8B-B14F-4D97-AF65-F5344CB8AC3E}">
        <p14:creationId xmlns:p14="http://schemas.microsoft.com/office/powerpoint/2010/main" val="2963863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Patient </a:t>
            </a:r>
            <a:r>
              <a:rPr lang="en-US" dirty="0"/>
              <a:t>Dashboard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AC5BCA-582A-9A11-637C-A7B217C1E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2329216"/>
            <a:ext cx="8229600" cy="378638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D79B6F-503A-1C4D-536F-3DB549699C16}"/>
              </a:ext>
            </a:extLst>
          </p:cNvPr>
          <p:cNvSpPr txBox="1"/>
          <p:nvPr/>
        </p:nvSpPr>
        <p:spPr>
          <a:xfrm>
            <a:off x="381000" y="1657253"/>
            <a:ext cx="75873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patient can only view this </a:t>
            </a:r>
            <a:r>
              <a:rPr lang="en-US" b="1" dirty="0"/>
              <a:t>dashboard</a:t>
            </a:r>
            <a:r>
              <a:rPr lang="en-US" dirty="0"/>
              <a:t>, book an appointment, and contact the doctor.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277</Words>
  <Application>Microsoft Office PowerPoint</Application>
  <PresentationFormat>On-screen Show (4:3)</PresentationFormat>
  <Paragraphs>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Wingdings</vt:lpstr>
      <vt:lpstr>Office Theme</vt:lpstr>
      <vt:lpstr>Fududeeye Management System</vt:lpstr>
      <vt:lpstr>Technologies Used</vt:lpstr>
      <vt:lpstr>Front Website</vt:lpstr>
      <vt:lpstr>OUR KEY FEATURES</vt:lpstr>
      <vt:lpstr>Send us a message </vt:lpstr>
      <vt:lpstr>Footer</vt:lpstr>
      <vt:lpstr>PowerPoint Presentation</vt:lpstr>
      <vt:lpstr>Admin Modules</vt:lpstr>
      <vt:lpstr>Admin Modules</vt:lpstr>
      <vt:lpstr>Admin Modules</vt:lpstr>
      <vt:lpstr>Admin Modules</vt:lpstr>
      <vt:lpstr>Admin Modules</vt:lpstr>
      <vt:lpstr>Patient Dashboard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ENG.AADAN</dc:creator>
  <cp:keywords/>
  <dc:description>generated using python-pptx</dc:description>
  <cp:lastModifiedBy>ENG. AADAN</cp:lastModifiedBy>
  <cp:revision>3</cp:revision>
  <dcterms:created xsi:type="dcterms:W3CDTF">2013-01-27T09:14:16Z</dcterms:created>
  <dcterms:modified xsi:type="dcterms:W3CDTF">2026-01-02T07:29:19Z</dcterms:modified>
  <cp:category/>
</cp:coreProperties>
</file>