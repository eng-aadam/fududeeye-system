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3771" y="1651454"/>
            <a:ext cx="7772400" cy="1470025"/>
          </a:xfrm>
        </p:spPr>
        <p:txBody>
          <a:bodyPr/>
          <a:lstStyle/>
          <a:p>
            <a:r>
              <a:rPr dirty="0"/>
              <a:t>Hospital Management System </a:t>
            </a:r>
            <a:r>
              <a:rPr lang="en-US" dirty="0" err="1"/>
              <a:t>Fududeeye</a:t>
            </a:r>
            <a:r>
              <a:rPr lang="en-US" dirty="0"/>
              <a:t>-System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0086" y="3320142"/>
            <a:ext cx="6400800" cy="1752600"/>
          </a:xfrm>
        </p:spPr>
        <p:txBody>
          <a:bodyPr>
            <a:noAutofit/>
          </a:bodyPr>
          <a:lstStyle/>
          <a:p>
            <a:r>
              <a:rPr sz="2000" b="1" dirty="0">
                <a:solidFill>
                  <a:srgbClr val="FF0000"/>
                </a:solidFill>
              </a:rPr>
              <a:t>Global Science University (GSU)</a:t>
            </a:r>
          </a:p>
          <a:p>
            <a:endParaRPr sz="2000" b="1" dirty="0">
              <a:solidFill>
                <a:srgbClr val="FF0000"/>
              </a:solidFill>
            </a:endParaRPr>
          </a:p>
          <a:p>
            <a:r>
              <a:rPr sz="2000" b="1" dirty="0">
                <a:solidFill>
                  <a:srgbClr val="FF0000"/>
                </a:solidFill>
              </a:rPr>
              <a:t>Prepared By:</a:t>
            </a:r>
          </a:p>
          <a:p>
            <a:r>
              <a:rPr sz="2000" b="1" dirty="0">
                <a:solidFill>
                  <a:srgbClr val="FF0000"/>
                </a:solidFill>
              </a:rPr>
              <a:t>• Abdiqani Maxamed Cabdi</a:t>
            </a:r>
          </a:p>
          <a:p>
            <a:r>
              <a:rPr sz="2000" b="1" dirty="0">
                <a:solidFill>
                  <a:srgbClr val="FF0000"/>
                </a:solidFill>
              </a:rPr>
              <a:t>• Abshir </a:t>
            </a:r>
            <a:r>
              <a:rPr sz="2000" b="1" dirty="0" err="1">
                <a:solidFill>
                  <a:srgbClr val="FF0000"/>
                </a:solidFill>
              </a:rPr>
              <a:t>Shaani</a:t>
            </a:r>
            <a:endParaRPr sz="2000" b="1" dirty="0">
              <a:solidFill>
                <a:srgbClr val="FF0000"/>
              </a:solidFill>
            </a:endParaRPr>
          </a:p>
          <a:p>
            <a:r>
              <a:rPr sz="2000" b="1" dirty="0">
                <a:solidFill>
                  <a:srgbClr val="FF0000"/>
                </a:solidFill>
              </a:rPr>
              <a:t>• Aadan Abdirahman Aadan</a:t>
            </a:r>
          </a:p>
          <a:p>
            <a:endParaRPr sz="2000" b="1" dirty="0">
              <a:solidFill>
                <a:srgbClr val="FF0000"/>
              </a:solidFill>
            </a:endParaRPr>
          </a:p>
          <a:p>
            <a:r>
              <a:rPr sz="2000" b="1" dirty="0">
                <a:solidFill>
                  <a:srgbClr val="FF0000"/>
                </a:solidFill>
              </a:rPr>
              <a:t>Lecturer: MAXAMED CABDULQADIR XIRSI</a:t>
            </a:r>
          </a:p>
        </p:txBody>
      </p:sp>
      <p:pic>
        <p:nvPicPr>
          <p:cNvPr id="4" name="Picture 3" descr="download - 2025-12-22T153624.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4572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Hospital Management System (HMS) waa web-based system</a:t>
            </a:r>
          </a:p>
          <a:p>
            <a:r>
              <a:t>System-ku wuxuu isku xiraa Admin, Doctor &amp; Patient</a:t>
            </a:r>
          </a:p>
          <a:p>
            <a:r>
              <a:t>Waxa uu yareeyaa paperwork</a:t>
            </a:r>
          </a:p>
          <a:p>
            <a:r>
              <a:t>Waxa uu kordhiyaa efficiency &amp; accuracy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 la fududeeyo hospital management</a:t>
            </a:r>
          </a:p>
          <a:p>
            <a:r>
              <a:t>In la habeeyo appointments</a:t>
            </a:r>
          </a:p>
          <a:p>
            <a:r>
              <a:t>In si secure ah loo kaydiyo patient data</a:t>
            </a:r>
          </a:p>
          <a:p>
            <a:r>
              <a:t>In la yareeyo system errors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Frontend: HTML, CSS, Bootstrap, JavaScript</a:t>
            </a:r>
          </a:p>
          <a:p>
            <a:r>
              <a:t>Backend: PHP</a:t>
            </a:r>
          </a:p>
          <a:p>
            <a:r>
              <a:t>Database: MySQL</a:t>
            </a:r>
          </a:p>
          <a:p>
            <a:r>
              <a:t>Server Environment: XAMPP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Users (Roles)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Admin – Maamula whole system</a:t>
            </a:r>
          </a:p>
          <a:p>
            <a:r>
              <a:t>Doctor – View appointments &amp; patients</a:t>
            </a:r>
          </a:p>
          <a:p>
            <a:r>
              <a:t>Patient – Book appointment &amp; view history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Admin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Manage Doctors &amp; Users</a:t>
            </a:r>
          </a:p>
          <a:p>
            <a:r>
              <a:t>Manage Appointments</a:t>
            </a:r>
          </a:p>
          <a:p>
            <a:r>
              <a:t>View Dashboard &amp; Reports</a:t>
            </a:r>
          </a:p>
          <a:p>
            <a:r>
              <a:t>Manage Contact Messages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Doctor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Login &amp; Dashboard access</a:t>
            </a:r>
          </a:p>
          <a:p>
            <a:r>
              <a:t>View scheduled appointments</a:t>
            </a:r>
          </a:p>
          <a:p>
            <a:r>
              <a:t>Manage profile &amp; password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Patient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Registration &amp; Login</a:t>
            </a:r>
          </a:p>
          <a:p>
            <a:r>
              <a:t>Book appointment online</a:t>
            </a:r>
          </a:p>
          <a:p>
            <a:r>
              <a:t>View appointment history</a:t>
            </a:r>
          </a:p>
          <a:p>
            <a:r>
              <a:t>Update profile &amp; password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Patient → Register/Login → Book appointment</a:t>
            </a:r>
          </a:p>
          <a:p>
            <a:r>
              <a:t>Doctor → Login → View appointments</a:t>
            </a:r>
          </a:p>
          <a:p>
            <a:r>
              <a:t>Admin → Monitor &amp; manage whole system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Time saving &amp; automation</a:t>
            </a:r>
          </a:p>
          <a:p>
            <a:r>
              <a:t>Accurate &amp; reliable data</a:t>
            </a:r>
          </a:p>
          <a:p>
            <a:r>
              <a:t>Online appointment system</a:t>
            </a:r>
          </a:p>
          <a:p>
            <a:r>
              <a:t>Responsive design (Mobile &amp; Desktop)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HMS waa modern solution for hospital management</a:t>
            </a:r>
          </a:p>
          <a:p>
            <a:r>
              <a:t>Waxa uu isku xiraa dhammaan system users</a:t>
            </a:r>
          </a:p>
          <a:p>
            <a:r>
              <a:t>Waxa uu kor u qaadaa service quality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234</Words>
  <Application>Microsoft Office PowerPoint</Application>
  <PresentationFormat>On-screen Show (4:3)</PresentationFormat>
  <Paragraphs>55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Hospital Management System Fududeeye-System</vt:lpstr>
      <vt:lpstr>Introduction</vt:lpstr>
      <vt:lpstr>System Objectives</vt:lpstr>
      <vt:lpstr>Technologies Used</vt:lpstr>
      <vt:lpstr>System Users (Roles)</vt:lpstr>
      <vt:lpstr>Admin Module</vt:lpstr>
      <vt:lpstr>Doctor Module</vt:lpstr>
      <vt:lpstr>Patient Module</vt:lpstr>
      <vt:lpstr>System Workflow</vt:lpstr>
      <vt:lpstr>System Benefits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ENG.AADAN</dc:creator>
  <cp:keywords/>
  <dc:description>generated using python-pptx</dc:description>
  <cp:lastModifiedBy>ENG. AADAN</cp:lastModifiedBy>
  <cp:revision>2</cp:revision>
  <dcterms:created xsi:type="dcterms:W3CDTF">2013-01-27T09:14:16Z</dcterms:created>
  <dcterms:modified xsi:type="dcterms:W3CDTF">2025-12-22T12:45:22Z</dcterms:modified>
  <cp:category/>
</cp:coreProperties>
</file>